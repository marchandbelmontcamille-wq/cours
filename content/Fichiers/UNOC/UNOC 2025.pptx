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62" r:id="rId5"/>
    <p:sldId id="263" r:id="rId6"/>
    <p:sldId id="264" r:id="rId7"/>
    <p:sldId id="268" r:id="rId8"/>
    <p:sldId id="269" r:id="rId9"/>
    <p:sldId id="270" r:id="rId10"/>
    <p:sldId id="271" r:id="rId11"/>
    <p:sldId id="265" r:id="rId12"/>
    <p:sldId id="272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6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1A915-24FB-4489-8944-30A007185EBC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86A7A-7779-4FC5-82C3-C3D130C17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2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F5F75-012F-44A2-ACBE-8E08629E61D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14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C040-FA3E-7EE8-0783-B7E9E47B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97AF25-7065-ED20-93AD-727E27E7B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CC8EBE-6B98-E2CA-549C-7B66F1E92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BF2937-DA72-A721-4D48-25970216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F5F75-012F-44A2-ACBE-8E08629E61D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72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F0A49-7741-C72F-42D1-0087CDE43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616584-A59F-4918-C19A-A894250CB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14B3A-AB23-B82F-251A-464CCD2A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63C4A0-0AD7-95E1-7E68-7DC7D1B5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997416-CCDE-9C94-3025-D844099F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61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2DDB7-8B92-E0DF-7FED-194D1E3C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B1AED6-E49C-63F2-61CF-D3A41ABA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2F049-459D-0AA1-0B87-FBC606E3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ABC32F-C094-0256-1848-02C9541C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B8E0C2-6260-8C79-C91A-AD408837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31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0F164-66FF-5633-FA58-62A6D44F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DF6738-B2F9-7134-3925-C83265A7F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53BDF1-C9FA-CF11-42C3-D9586B3C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383F8-3F85-4298-FC83-616BDB96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8B013-A614-B7AC-C776-D02BC601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74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E9C71-B632-AB12-A6BF-E658F6B4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84BBF3-F145-B20D-5D11-7B8B0BB7E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05A155-7537-09C7-5488-624EBFB6A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3C9102-CB18-AFB6-1F43-E7B6B80E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1E0B42-F593-4A12-7E88-26B34330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5422C3-2330-81CC-32C2-49EAD678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7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5ED934-B9DE-DAD4-0ADE-55136849E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B95A42-B3BF-F0C6-5ADA-53673391C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8345B8-FA78-71D6-5442-5D96A0D8E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30DCD9-E69E-88FB-1246-6EAAF0959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464EC2-8F9C-3C88-E46B-72FCE45F8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5A76C2-3AFF-2133-FE36-7DE985FC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6C52DC-8FB1-F41B-B748-C6968492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FB2AFF-AD67-F5E2-E996-6E40EC0F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579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E2672F-57A4-CC00-BE71-FEB7DBC3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9E3FB4-F07E-0C24-5EBE-62866C68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0A0A513-D00F-44D7-59E9-09905774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74AF9B-E012-C89A-03DD-1C75EA8E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90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8C18C9-37B0-F44E-9D5C-520451C2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F50247B-ED89-DE94-0DD8-5A16C739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9F84F1-F08C-B0B9-5080-3C16ECBB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3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53EF47-92DF-4157-7312-59792C51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FD891B-789D-1F79-1CB8-234B31F95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61041E-C8B0-E50B-2AA6-86D03C186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ECFA16-141D-785A-DF9D-7B42B51F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FDDEBE-D4D8-47BD-B914-21DCE27E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955BA2-C65A-E267-6343-894BD0D7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02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24421-A502-AA4D-4076-8CF071FE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60AD15-7994-CA56-8C40-82FB4AB7B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C1AAD3-5F9B-7CF3-9E5D-1C3B5A3AF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5161F-46C1-51AD-B200-F2BA5D37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C7A245-3597-19B4-61E4-1F846130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0DBB9C-BD29-A7A9-4D86-67E12273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98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EEF82-3469-2DDA-10BB-2CA3E0E5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392240-C1B0-4EA4-B3FB-ABD2EE610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F8FE0-A7F8-1C71-922E-CA53648C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7B2E24-BECC-2F79-B331-8B9F12B5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5D5EC-7F67-6623-82BC-83773FC8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58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A7C1F9-A010-44B3-FCB7-EFAC6F308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511796-42E4-D35F-DA31-94CE70342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2985E2-4FF7-FA47-18F3-39D4F6F5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77B15F-3551-9E85-D718-EB4DBDD6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4DA7C-2732-5631-4F2B-F22BC398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21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F5D15CE-5F89-A318-A707-58600047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A8F07D-CC10-3AF7-E4C6-2D80F440A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D243A-C6CC-F4EF-3F03-54A618C5E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6DF60-B994-4DC4-9C08-AC2C2D5A39B7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ED4087-2BD0-8604-7BCA-CD7F3F9B0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6EC42-BC09-7114-740C-9489C0E04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F9E55-4A52-46A4-ADBE-8EF9B54C7D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26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F3A5-600E-839B-A825-E0F67032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1A81C4DB-9D80-8EB6-D55F-E1607E87D8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5319C7D-3875-BDE4-F7C1-FBFF7F63DC76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D8E4115-D77B-5300-2AC4-D151FBEA3364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4B8BB6-CA8A-F9E4-FD74-486EEBF265D9}"/>
              </a:ext>
            </a:extLst>
          </p:cNvPr>
          <p:cNvSpPr/>
          <p:nvPr/>
        </p:nvSpPr>
        <p:spPr>
          <a:xfrm>
            <a:off x="386441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27694A-9750-35D4-1ED2-44CA9CD4E023}"/>
              </a:ext>
            </a:extLst>
          </p:cNvPr>
          <p:cNvSpPr txBox="1"/>
          <p:nvPr/>
        </p:nvSpPr>
        <p:spPr>
          <a:xfrm>
            <a:off x="962871" y="337457"/>
            <a:ext cx="102662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Le sommet de l'UNOC à Nice : les engagements et les limites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BF69EE1B-1F73-4448-0533-0B09AD203BE5}"/>
              </a:ext>
            </a:extLst>
          </p:cNvPr>
          <p:cNvSpPr txBox="1">
            <a:spLocks/>
          </p:cNvSpPr>
          <p:nvPr/>
        </p:nvSpPr>
        <p:spPr>
          <a:xfrm>
            <a:off x="1347011" y="6111262"/>
            <a:ext cx="9497974" cy="650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Soares Diogo - Marchand-Belmont Camille</a:t>
            </a:r>
          </a:p>
        </p:txBody>
      </p:sp>
    </p:spTree>
    <p:extLst>
      <p:ext uri="{BB962C8B-B14F-4D97-AF65-F5344CB8AC3E}">
        <p14:creationId xmlns:p14="http://schemas.microsoft.com/office/powerpoint/2010/main" val="1518348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5271-0E45-6C73-C571-F62EC15E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C8E7B8E7-0A20-3C0D-06BC-057BF9E2103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6E558A7-33AA-386D-8CDA-ABCD9F50EA86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7D8CC6B-8C32-504B-87DA-F26CB9320708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138A3A1-E3CA-5B2C-F692-2FD885830BE6}"/>
              </a:ext>
            </a:extLst>
          </p:cNvPr>
          <p:cNvSpPr/>
          <p:nvPr/>
        </p:nvSpPr>
        <p:spPr>
          <a:xfrm>
            <a:off x="386441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9D1B5A1-2D8D-C6D4-F657-4288CCC5F597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>
                <a:latin typeface="Abadi" panose="020B0604020104020204" pitchFamily="34" charset="0"/>
              </a:rPr>
              <a:t>Introduction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B4B0AC5-94D8-EAC8-9FDD-35954562971A}"/>
              </a:ext>
            </a:extLst>
          </p:cNvPr>
          <p:cNvSpPr txBox="1"/>
          <p:nvPr/>
        </p:nvSpPr>
        <p:spPr>
          <a:xfrm>
            <a:off x="812247" y="6134491"/>
            <a:ext cx="145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Présentation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66AEE90-9E1C-7725-897A-87DB729F68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210" y="2157981"/>
            <a:ext cx="5687580" cy="25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3876-7095-DFB9-C3EE-77336D74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9E8D8160-53C7-FD40-C95B-937CF479AB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5706D52-DD01-BFE1-0211-3D220067F0E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C45F377-4C27-4647-2EF0-9353F96FDAEE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13187A0-69AF-A34B-2902-E29E93268490}"/>
              </a:ext>
            </a:extLst>
          </p:cNvPr>
          <p:cNvSpPr/>
          <p:nvPr/>
        </p:nvSpPr>
        <p:spPr>
          <a:xfrm>
            <a:off x="2650670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FA95839-D9C0-675C-06C1-322CAE98763C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Protéger la biodiversité marine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E5A4AB-9A2E-7290-369A-DEBA0B012CC5}"/>
              </a:ext>
            </a:extLst>
          </p:cNvPr>
          <p:cNvSpPr txBox="1"/>
          <p:nvPr/>
        </p:nvSpPr>
        <p:spPr>
          <a:xfrm>
            <a:off x="3193399" y="6134491"/>
            <a:ext cx="1216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Protection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EC905DD-1478-815A-307E-41F4483D10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13" y="1660413"/>
            <a:ext cx="6237445" cy="3770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582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5D7A-D2A2-938C-062E-DCB99FA6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8CC78AA9-661B-33FE-44C3-6F24DBBA41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11F1A3-0390-2DA1-B9DB-61CA387FEC7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98B32A8-6B76-BECA-F00D-61C6D0B4495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7C2D8D-95A6-CB7B-6601-CEA8C4F1DF6E}"/>
              </a:ext>
            </a:extLst>
          </p:cNvPr>
          <p:cNvSpPr/>
          <p:nvPr/>
        </p:nvSpPr>
        <p:spPr>
          <a:xfrm>
            <a:off x="4944832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8F1FD6F-8C28-8E1F-47D7-EE9A9F0B7300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Lutter contre la pêche illégale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63C2CD-3D8B-5EE1-E39A-2BF37E916F94}"/>
              </a:ext>
            </a:extLst>
          </p:cNvPr>
          <p:cNvSpPr txBox="1"/>
          <p:nvPr/>
        </p:nvSpPr>
        <p:spPr>
          <a:xfrm>
            <a:off x="5312801" y="6134490"/>
            <a:ext cx="1566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Pêche illégale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1183416-312F-3DA4-2C6B-5C13AA2C6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79" y="1454263"/>
            <a:ext cx="5921249" cy="3949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6386-DC5F-761C-405D-30D96E4D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5354C995-864D-C744-5228-9F148A1FF2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0F8B5F-DAA9-D086-0B9A-543D28164ABE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41F0B91-C43F-6A9C-D32F-2A9A3EFCB1F1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FFF557D-C2C3-D6C9-FC13-2A856FD3D1B7}"/>
              </a:ext>
            </a:extLst>
          </p:cNvPr>
          <p:cNvSpPr/>
          <p:nvPr/>
        </p:nvSpPr>
        <p:spPr>
          <a:xfrm>
            <a:off x="7219946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61C4DF-FF54-AE1E-3225-158585F16566}"/>
              </a:ext>
            </a:extLst>
          </p:cNvPr>
          <p:cNvSpPr txBox="1"/>
          <p:nvPr/>
        </p:nvSpPr>
        <p:spPr>
          <a:xfrm>
            <a:off x="962871" y="337457"/>
            <a:ext cx="102662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Décarboner </a:t>
            </a:r>
          </a:p>
          <a:p>
            <a:r>
              <a:rPr lang="fr-FR" sz="6600" dirty="0">
                <a:latin typeface="Abadi" panose="020B0604020104020204" pitchFamily="34" charset="0"/>
              </a:rPr>
              <a:t>le transport </a:t>
            </a:r>
          </a:p>
          <a:p>
            <a:r>
              <a:rPr lang="fr-FR" sz="6600" dirty="0">
                <a:latin typeface="Abadi" panose="020B0604020104020204" pitchFamily="34" charset="0"/>
              </a:rPr>
              <a:t>maritime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C34FEF-D074-C9A9-2EFB-83BE9B172695}"/>
              </a:ext>
            </a:extLst>
          </p:cNvPr>
          <p:cNvSpPr txBox="1"/>
          <p:nvPr/>
        </p:nvSpPr>
        <p:spPr>
          <a:xfrm>
            <a:off x="7534279" y="6134490"/>
            <a:ext cx="1673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Décarbonation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336E70A-4345-6F8D-1662-A2B26440DB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991" y="865415"/>
            <a:ext cx="4288971" cy="4288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046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DEB5-53B3-AE90-D13D-E8DB004E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AD242F4D-55D6-186F-B335-E000156F20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C67B49A-8901-FC88-A0D6-7F5B3F788F57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B382A96-2C5E-DC61-EF80-97486183BC47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0D4EDA7-A41B-5E98-D6EF-7C2760433E0C}"/>
              </a:ext>
            </a:extLst>
          </p:cNvPr>
          <p:cNvSpPr/>
          <p:nvPr/>
        </p:nvSpPr>
        <p:spPr>
          <a:xfrm>
            <a:off x="9503226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0ACE026-167F-2E4A-06EF-F89AB7BD784E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Lutter contre la pollution plastique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152628-5477-6217-4D6A-D7FE297768F3}"/>
              </a:ext>
            </a:extLst>
          </p:cNvPr>
          <p:cNvSpPr txBox="1"/>
          <p:nvPr/>
        </p:nvSpPr>
        <p:spPr>
          <a:xfrm>
            <a:off x="10123636" y="6134491"/>
            <a:ext cx="106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Pollution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61660B8-6DAC-6353-40CE-71CFD44FAA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8" y="1657403"/>
            <a:ext cx="6526495" cy="3671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354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BB96-6C90-DF8F-62FB-48320785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83888462-7077-E4B5-64FD-8BC1BB7DEE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44C3305-0FBA-AD14-BA21-4301D90B66C1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48C9B94-F7F7-1E85-C5CA-28C72C84D593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AAFABE-1D2D-08CD-F823-30DB65A87DA1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Absence de pouvoir contraignant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A3B6912-B36E-0FCE-5D0F-C83EA1B5E427}"/>
              </a:ext>
            </a:extLst>
          </p:cNvPr>
          <p:cNvSpPr/>
          <p:nvPr/>
        </p:nvSpPr>
        <p:spPr>
          <a:xfrm>
            <a:off x="386441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Une image contenant plein air, déchets, pollution, eau&#10;&#10;Le contenu généré par l’IA peut être incorrect.">
            <a:extLst>
              <a:ext uri="{FF2B5EF4-FFF2-40B4-BE49-F238E27FC236}">
                <a16:creationId xmlns:a16="http://schemas.microsoft.com/office/drawing/2014/main" id="{E1D1B5BB-688B-18CD-0441-DC1FDB4BF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640" y="1587374"/>
            <a:ext cx="2607511" cy="347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37C2469-C84F-31D5-96CC-532A8BD4F227}"/>
              </a:ext>
            </a:extLst>
          </p:cNvPr>
          <p:cNvSpPr txBox="1"/>
          <p:nvPr/>
        </p:nvSpPr>
        <p:spPr>
          <a:xfrm>
            <a:off x="421018" y="6134491"/>
            <a:ext cx="223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Pouvoir contraignant</a:t>
            </a:r>
          </a:p>
        </p:txBody>
      </p:sp>
    </p:spTree>
    <p:extLst>
      <p:ext uri="{BB962C8B-B14F-4D97-AF65-F5344CB8AC3E}">
        <p14:creationId xmlns:p14="http://schemas.microsoft.com/office/powerpoint/2010/main" val="29062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CCCB-AAB3-C3CB-A80C-8EFB462D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050ED4D3-C632-C712-73E1-B8EF83E989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5941D28-B792-ACC0-7736-7309F69B47C9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EB9260D-0480-85EA-B824-7B4B86647830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3BDA9A-A4B0-89B1-60DE-1A779A20560D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Un système complexe et fragmenté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770665-D646-69CC-3C4E-E7B1B9D16565}"/>
              </a:ext>
            </a:extLst>
          </p:cNvPr>
          <p:cNvSpPr/>
          <p:nvPr/>
        </p:nvSpPr>
        <p:spPr>
          <a:xfrm>
            <a:off x="2650670" y="5987143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FCC6A6-05C5-A57D-7518-7744D257F6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714" y="1706390"/>
            <a:ext cx="4534586" cy="3396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4159F10-D6C6-7F3A-9498-5FA2D2376715}"/>
              </a:ext>
            </a:extLst>
          </p:cNvPr>
          <p:cNvSpPr txBox="1"/>
          <p:nvPr/>
        </p:nvSpPr>
        <p:spPr>
          <a:xfrm>
            <a:off x="3137133" y="6134491"/>
            <a:ext cx="1329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Complexité</a:t>
            </a:r>
          </a:p>
        </p:txBody>
      </p:sp>
    </p:spTree>
    <p:extLst>
      <p:ext uri="{BB962C8B-B14F-4D97-AF65-F5344CB8AC3E}">
        <p14:creationId xmlns:p14="http://schemas.microsoft.com/office/powerpoint/2010/main" val="333135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01F5-9471-ED48-18B2-CB3EDDA2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76166A7C-B1B3-B378-B4CA-9CF9E7A43A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DF9DD17-53D7-0F8B-957A-3A99EDD9D9D5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5CB2BCB-AF1B-7C1B-3AE2-050CBD550517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156E27-D35B-1421-7DC7-1C1C7869043A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Inégalités techniques et humaines entre États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F20D56F-1986-4AB6-DF6A-1C48BAD75F9E}"/>
              </a:ext>
            </a:extLst>
          </p:cNvPr>
          <p:cNvSpPr/>
          <p:nvPr/>
        </p:nvSpPr>
        <p:spPr>
          <a:xfrm>
            <a:off x="4944832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98FCDE-6B62-BAC8-40C5-E556BDDD1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6" y="2365855"/>
            <a:ext cx="6455228" cy="3056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C3CB44-518A-D106-D45F-5B501B19DDD7}"/>
              </a:ext>
            </a:extLst>
          </p:cNvPr>
          <p:cNvSpPr txBox="1"/>
          <p:nvPr/>
        </p:nvSpPr>
        <p:spPr>
          <a:xfrm>
            <a:off x="5532002" y="6134490"/>
            <a:ext cx="1148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Inégalités</a:t>
            </a:r>
          </a:p>
        </p:txBody>
      </p:sp>
    </p:spTree>
    <p:extLst>
      <p:ext uri="{BB962C8B-B14F-4D97-AF65-F5344CB8AC3E}">
        <p14:creationId xmlns:p14="http://schemas.microsoft.com/office/powerpoint/2010/main" val="201139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28E4-037F-0B2A-86FC-DF2F9084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B591DF47-7C57-BD7C-8F49-80F4958A92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1B8889B-5601-09DC-9647-78ADD3862A60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4EEE77-DBDD-0BFC-61B3-2C8C6931A79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C9A76FF-B19D-2CF2-AE25-884BECB049B2}"/>
              </a:ext>
            </a:extLst>
          </p:cNvPr>
          <p:cNvSpPr txBox="1"/>
          <p:nvPr/>
        </p:nvSpPr>
        <p:spPr>
          <a:xfrm>
            <a:off x="962871" y="337457"/>
            <a:ext cx="10266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latin typeface="Abadi" panose="020B0604020104020204" pitchFamily="34" charset="0"/>
              </a:rPr>
              <a:t>Tensions entre exploitation et protection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53E7B0F-83A2-33FB-472B-6E82678F46F0}"/>
              </a:ext>
            </a:extLst>
          </p:cNvPr>
          <p:cNvSpPr/>
          <p:nvPr/>
        </p:nvSpPr>
        <p:spPr>
          <a:xfrm>
            <a:off x="7219946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sol, plage, plein air, eau&#10;&#10;Le contenu généré par l’IA peut être incorrect.">
            <a:extLst>
              <a:ext uri="{FF2B5EF4-FFF2-40B4-BE49-F238E27FC236}">
                <a16:creationId xmlns:a16="http://schemas.microsoft.com/office/drawing/2014/main" id="{1FF36B2C-415F-8B21-3AC3-466049648C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696" y="1472464"/>
            <a:ext cx="5217428" cy="3913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5612DD2-3AD1-838E-83DF-B21C1AA3AD16}"/>
              </a:ext>
            </a:extLst>
          </p:cNvPr>
          <p:cNvSpPr txBox="1"/>
          <p:nvPr/>
        </p:nvSpPr>
        <p:spPr>
          <a:xfrm>
            <a:off x="7842376" y="6134490"/>
            <a:ext cx="105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Tensions</a:t>
            </a:r>
          </a:p>
        </p:txBody>
      </p:sp>
    </p:spTree>
    <p:extLst>
      <p:ext uri="{BB962C8B-B14F-4D97-AF65-F5344CB8AC3E}">
        <p14:creationId xmlns:p14="http://schemas.microsoft.com/office/powerpoint/2010/main" val="2498509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AA88-85DD-F1DB-8C49-FC31AE91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E4E2C2C0-BCA6-9F09-F793-679B01C055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8418B0F-3D8C-3012-742D-2E86AACB88A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505E684-4771-1927-F4EA-A85E7BC9AE6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16B765-1F08-6A17-330F-FBFE542AA653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>
                <a:latin typeface="Abadi" panose="020B0604020104020204" pitchFamily="34" charset="0"/>
              </a:rPr>
              <a:t>Conclusion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AD5A03-057D-832F-288C-A67ACFFD2F66}"/>
              </a:ext>
            </a:extLst>
          </p:cNvPr>
          <p:cNvSpPr/>
          <p:nvPr/>
        </p:nvSpPr>
        <p:spPr>
          <a:xfrm>
            <a:off x="9503227" y="5987142"/>
            <a:ext cx="2302330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 descr="Une image contenant oiseau, oiseau aquatique, plein air, fou de Bassan&#10;&#10;Le contenu généré par l’IA peut être incorrect.">
            <a:extLst>
              <a:ext uri="{FF2B5EF4-FFF2-40B4-BE49-F238E27FC236}">
                <a16:creationId xmlns:a16="http://schemas.microsoft.com/office/drawing/2014/main" id="{F8BF0D92-1A79-15B6-EB65-215F6AA40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18" y="1648051"/>
            <a:ext cx="5480957" cy="3653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A081033-AF4C-1450-F54B-ADEFFBE8C566}"/>
              </a:ext>
            </a:extLst>
          </p:cNvPr>
          <p:cNvSpPr txBox="1"/>
          <p:nvPr/>
        </p:nvSpPr>
        <p:spPr>
          <a:xfrm>
            <a:off x="9990588" y="613449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5726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AA88-85DD-F1DB-8C49-FC31AE91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E4E2C2C0-BCA6-9F09-F793-679B01C055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8418B0F-3D8C-3012-742D-2E86AACB88AF}"/>
              </a:ext>
            </a:extLst>
          </p:cNvPr>
          <p:cNvSpPr/>
          <p:nvPr/>
        </p:nvSpPr>
        <p:spPr>
          <a:xfrm>
            <a:off x="386443" y="5987143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505E684-4771-1927-F4EA-A85E7BC9AE6F}"/>
              </a:ext>
            </a:extLst>
          </p:cNvPr>
          <p:cNvSpPr/>
          <p:nvPr/>
        </p:nvSpPr>
        <p:spPr>
          <a:xfrm>
            <a:off x="386443" y="337457"/>
            <a:ext cx="11419114" cy="5344888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16B765-1F08-6A17-330F-FBFE542AA653}"/>
              </a:ext>
            </a:extLst>
          </p:cNvPr>
          <p:cNvSpPr txBox="1"/>
          <p:nvPr/>
        </p:nvSpPr>
        <p:spPr>
          <a:xfrm>
            <a:off x="962871" y="337457"/>
            <a:ext cx="102662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>
                <a:latin typeface="Abadi" panose="020B0604020104020204" pitchFamily="34" charset="0"/>
              </a:rPr>
              <a:t>Sources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3AD5A03-057D-832F-288C-A67ACFFD2F66}"/>
              </a:ext>
            </a:extLst>
          </p:cNvPr>
          <p:cNvSpPr/>
          <p:nvPr/>
        </p:nvSpPr>
        <p:spPr>
          <a:xfrm>
            <a:off x="386443" y="5987142"/>
            <a:ext cx="11419114" cy="664029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61F242B-4339-BA1F-E4C4-1CCDC036EB62}"/>
              </a:ext>
            </a:extLst>
          </p:cNvPr>
          <p:cNvSpPr txBox="1"/>
          <p:nvPr/>
        </p:nvSpPr>
        <p:spPr>
          <a:xfrm>
            <a:off x="1087916" y="1902654"/>
            <a:ext cx="95141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badi" panose="020B0604020104020204" pitchFamily="34" charset="0"/>
              </a:rPr>
              <a:t>- https://unocnice2025.org/</a:t>
            </a:r>
          </a:p>
          <a:p>
            <a:r>
              <a:rPr lang="fr-FR" dirty="0">
                <a:latin typeface="Abadi" panose="020B0604020104020204" pitchFamily="34" charset="0"/>
              </a:rPr>
              <a:t>- https://ocean-climate.org/unoc2025-fr/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https://www.mer.gouv.fr/troisieme-conference-des-nations-unies-sur-locean-unoc-3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https://www.mer.gouv.fr/tout-savoir-sur-lunoc-3-en-5-questions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https://www.nicematin.com/environnement/gouvernance-financement-pollution-le-sommet-de-l-ocean-unoc-definit-ses-engagements-de-nice-989984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https://www.youtube.com/watch?v=J77Ey67j4sQ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https://www.radiofrance.fr/franceinter/podcasts/chroniques-littorales/chroniques-littorales-du-lundi-16-juin-2025-9800751</a:t>
            </a:r>
          </a:p>
          <a:p>
            <a:r>
              <a:rPr lang="fr-FR" dirty="0">
                <a:latin typeface="Abadi" panose="020B0604020104020204" pitchFamily="34" charset="0"/>
              </a:rPr>
              <a:t>- https://www.mer.gouv.fr/quel-bilan-pour-la-3e-conference-des-nations-unies-sur-locean</a:t>
            </a:r>
          </a:p>
        </p:txBody>
      </p:sp>
    </p:spTree>
    <p:extLst>
      <p:ext uri="{BB962C8B-B14F-4D97-AF65-F5344CB8AC3E}">
        <p14:creationId xmlns:p14="http://schemas.microsoft.com/office/powerpoint/2010/main" val="3829493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06EA-30E5-D46B-A6A4-FC077214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7712-414754673_medium">
            <a:hlinkClick r:id="" action="ppaction://media"/>
            <a:extLst>
              <a:ext uri="{FF2B5EF4-FFF2-40B4-BE49-F238E27FC236}">
                <a16:creationId xmlns:a16="http://schemas.microsoft.com/office/drawing/2014/main" id="{135672FB-F93F-0A0D-A9E6-FBE01E75D0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1614" y="0"/>
            <a:ext cx="12355689" cy="6950075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937991-0E48-C2FF-0A21-3D806D83CA52}"/>
              </a:ext>
            </a:extLst>
          </p:cNvPr>
          <p:cNvSpPr/>
          <p:nvPr/>
        </p:nvSpPr>
        <p:spPr>
          <a:xfrm>
            <a:off x="2673855" y="1517466"/>
            <a:ext cx="6864749" cy="3794760"/>
          </a:xfrm>
          <a:prstGeom prst="roundRect">
            <a:avLst>
              <a:gd name="adj" fmla="val 115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D9230D-1764-086D-381E-BEA86FED9259}"/>
              </a:ext>
            </a:extLst>
          </p:cNvPr>
          <p:cNvSpPr txBox="1"/>
          <p:nvPr/>
        </p:nvSpPr>
        <p:spPr>
          <a:xfrm>
            <a:off x="3135093" y="1060356"/>
            <a:ext cx="592181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890673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75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167</Words>
  <Application>Microsoft Office PowerPoint</Application>
  <PresentationFormat>Grand écran</PresentationFormat>
  <Paragraphs>36</Paragraphs>
  <Slides>13</Slides>
  <Notes>2</Notes>
  <HiddenSlides>0</HiddenSlides>
  <MMClips>13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Abadi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camille.marchandbelmont</dc:creator>
  <cp:lastModifiedBy>camille.marchandbelmont</cp:lastModifiedBy>
  <cp:revision>10</cp:revision>
  <dcterms:created xsi:type="dcterms:W3CDTF">2025-10-09T11:33:18Z</dcterms:created>
  <dcterms:modified xsi:type="dcterms:W3CDTF">2025-11-20T11:20:48Z</dcterms:modified>
</cp:coreProperties>
</file>